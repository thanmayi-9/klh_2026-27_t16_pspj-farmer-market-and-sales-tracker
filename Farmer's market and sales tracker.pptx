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6408-3270-4BB4-0C80-3AB2D3CE9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9D4AE-9587-A31E-6300-B18629330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AC11E-38F2-8DA4-0076-F9809A790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77185-D84E-8FED-DB34-175FEC631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81887-508C-2D18-2190-5EECAC80B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3437-4A32-CD45-6777-09E0DC29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B8F49-F5D6-893A-CF87-5DAC7CB0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9298E-713C-DE3B-3F54-BA9CAE275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1B332-24CF-255C-C37A-70CC99C7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72E10-D10A-36ED-C2B4-7C359264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22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3E5D-A14F-554B-EE19-8F8C1961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D802B-1F3B-2590-A777-96AF31047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0B715-E915-07F8-B203-5D80384B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68246-A32C-F3C5-EB8B-4F00C252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C556D-5A0A-AA53-9875-3BECF3806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16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AF0D-5185-8417-7A48-7D6EAFB5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417BE-12E4-40A3-342B-7D89EA38D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F9CD3-AFA2-607C-CB53-B0E0854AE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68DE4-E31D-4D0E-C8CC-0E4D79F9B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573AD-4213-2D52-912F-CD4F0D5E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E60D1-E907-1F06-4408-533D2CD8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75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29C2-2BFB-402F-5F33-A382C576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C0771-6156-CBB9-2ED2-7F42BFA8C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9095D-042F-7C52-9305-DEB5B006B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57540-3244-DB42-0BB6-8AA63497E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0D00A-8C66-9078-BA81-5DDE6DC48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8BB98-1CCE-D52D-DA9C-669F4ED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93B90-3507-16D9-7640-A2E9CA56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F057EA-A798-A3F6-17F7-A5F9A59E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44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B384-04A5-615C-36F0-B7631A5E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BDCF6-18DD-155E-5754-861CF0F0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BD60F-3441-EFF1-1390-7DED401D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8B266-5D4E-7166-6613-D81D6885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1E184-27B7-BC33-E650-F86204A3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0EBCC-BE4B-CBEE-9D3F-F7D7F7B3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88E46-1D16-CF48-92EA-099E6720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18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A895-03E2-1C63-5549-54EF8D25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41BE4-EA83-B5D2-293C-BD6ED6D80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84764-DDF1-AB98-E080-8394A34F6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84CDB-1FB6-54FC-CEAF-552A8974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ADA2F-306A-9743-202B-95FB8AB0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60BC7-016F-3D42-37A7-C62C5C76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22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9BB5-DEB6-E602-1EB0-ADA0CC9F5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DEC44-5AA6-F041-4D05-1469BD5FB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C29AE-1EFA-15A5-D41B-C9CEAC6DD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11DFA-C74F-D303-53CB-7FC12FBD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A3935-5AF8-1E12-F1B4-4E9E03CE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7C6E1-A7DA-78BF-6EB9-18B60219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33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C3776-FB4F-B7BE-6152-7DAB9748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7FB0B-E043-9756-269B-2AB2534D6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098E-2069-CEE1-3993-74BB2A4A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912A6-1036-6E82-8BB7-9AB6F696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6EC1F-AC25-2529-E4FC-2E322732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08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28E68-DDC1-A479-7BC0-6229BE8B4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D0038-13C3-A62A-817A-42B04DF2C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0A44A-4BE5-29DC-8EFA-C74D34F7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3E23E-4BAC-7768-C151-E96491FA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50792-FEBD-0593-8C1B-54223C5A1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36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1F316-4367-709F-7D6D-DBC1AB7AD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B0A4C-4788-E76B-24DE-B2F57283F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3D4D1-2E3F-0A65-9A89-0428EF8ED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5AD43-A1A0-4A0D-985C-D51A22D0F063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A7F3F-E5D9-1702-24A4-F941D5176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EDDDB-493D-825D-7E3E-EEA1F9B03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15E2F-6816-45DB-BF66-D8D17579F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79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0CD00-EF30-9104-6EB1-529E345FC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8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F6656-C5FB-6269-7F1C-9C35F1050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3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1ADBD3-EAA4-2D04-2766-DC24F663B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62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01826B-F2D1-C83A-6CB4-246171FFE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4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AA02B-D729-36B9-B5CF-3A17E7235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71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C313F-2141-48E2-979A-00733C8BA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9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6D9BD-E8F8-4E24-27D9-9AC99C7B2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3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lucky lucky</dc:creator>
  <cp:lastModifiedBy>lucky lucky</cp:lastModifiedBy>
  <cp:revision>2</cp:revision>
  <dcterms:created xsi:type="dcterms:W3CDTF">2026-09-22T05:25:17Z</dcterms:created>
  <dcterms:modified xsi:type="dcterms:W3CDTF">2026-09-24T13:19:41Z</dcterms:modified>
</cp:coreProperties>
</file>