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9" r:id="rId4"/>
    <p:sldId id="258" r:id="rId5"/>
    <p:sldId id="260" r:id="rId6"/>
    <p:sldId id="264" r:id="rId7"/>
    <p:sldId id="265" r:id="rId8"/>
    <p:sldId id="262" r:id="rId9"/>
    <p:sldId id="263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31DE3-8504-420C-B106-6135423ABF0F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1B869-03F0-4E8C-8A34-82AD571F75F9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31DE3-8504-420C-B106-6135423ABF0F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1B869-03F0-4E8C-8A34-82AD571F75F9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31DE3-8504-420C-B106-6135423ABF0F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1B869-03F0-4E8C-8A34-82AD571F75F9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31DE3-8504-420C-B106-6135423ABF0F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1B869-03F0-4E8C-8A34-82AD571F75F9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31DE3-8504-420C-B106-6135423ABF0F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1B869-03F0-4E8C-8A34-82AD571F75F9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31DE3-8504-420C-B106-6135423ABF0F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1B869-03F0-4E8C-8A34-82AD571F75F9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31DE3-8504-420C-B106-6135423ABF0F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1B869-03F0-4E8C-8A34-82AD571F75F9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31DE3-8504-420C-B106-6135423ABF0F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1B869-03F0-4E8C-8A34-82AD571F75F9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31DE3-8504-420C-B106-6135423ABF0F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1B869-03F0-4E8C-8A34-82AD571F75F9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31DE3-8504-420C-B106-6135423ABF0F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1B869-03F0-4E8C-8A34-82AD571F75F9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31DE3-8504-420C-B106-6135423ABF0F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1B869-03F0-4E8C-8A34-82AD571F75F9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A31DE3-8504-420C-B106-6135423ABF0F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E1B869-03F0-4E8C-8A34-82AD571F75F9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1"/>
          <a:stretch>
            <a:fillRect/>
          </a:stretch>
        </p:blipFill>
        <p:spPr>
          <a:xfrm>
            <a:off x="-1219200" y="-68580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1"/>
          <a:stretch>
            <a:fillRect/>
          </a:stretch>
        </p:blipFill>
        <p:spPr>
          <a:xfrm>
            <a:off x="-1219200" y="-68580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1"/>
          <a:stretch>
            <a:fillRect/>
          </a:stretch>
        </p:blipFill>
        <p:spPr>
          <a:xfrm>
            <a:off x="-1219200" y="-68580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1"/>
          <a:stretch>
            <a:fillRect/>
          </a:stretch>
        </p:blipFill>
        <p:spPr>
          <a:xfrm>
            <a:off x="-1219200" y="-68580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358055" cy="695140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1"/>
          <a:stretch>
            <a:fillRect/>
          </a:stretch>
        </p:blipFill>
        <p:spPr>
          <a:xfrm>
            <a:off x="-1219200" y="-68580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1"/>
          <a:stretch>
            <a:fillRect/>
          </a:stretch>
        </p:blipFill>
        <p:spPr>
          <a:xfrm>
            <a:off x="-1219200" y="-68580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SimSun</vt:lpstr>
      <vt:lpstr>Wingdings</vt:lpstr>
      <vt:lpstr>Microsoft YaHei</vt:lpstr>
      <vt:lpstr>Arial Unicode MS</vt:lpstr>
      <vt:lpstr>Calibri Light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lucky lucky</dc:creator>
  <cp:lastModifiedBy>nnmb7</cp:lastModifiedBy>
  <cp:revision>7</cp:revision>
  <dcterms:created xsi:type="dcterms:W3CDTF">2026-09-24T13:07:00Z</dcterms:created>
  <dcterms:modified xsi:type="dcterms:W3CDTF">2026-10-16T03:19:54Z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65D78810EBDB4CF2B5DA3949E5E9F40D_12</vt:lpwstr>
  </property>
  <property fmtid="{D5CDD505-2E9C-101B-9397-08002B2CF9AE}" pid="3" name="KSOProductBuildVer">
    <vt:lpwstr>1033-12.1.0.29162</vt:lpwstr>
  </property>
</Properties>
</file>